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1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87CA5-5C33-4F58-9A15-3426244A1AFA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B1CBF-E114-4107-A157-6D532E3C52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9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Home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1CBF-E114-4107-A157-6D532E3C527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68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Login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1CBF-E114-4107-A157-6D532E3C527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837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Children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1CBF-E114-4107-A157-6D532E3C527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256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Login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1CBF-E114-4107-A157-6D532E3C527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39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Adult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1CBF-E114-4107-A157-6D532E3C527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153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1BA4-EC0E-969A-8DC5-A5997FA63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CB006-9765-B1BF-B703-BB95EF107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4A76-CCE4-888E-3804-CAD9ADBD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4201C-3807-869B-F10C-43D37034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162DC-FF17-071F-E68B-B71A7A87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20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FC8B-8F58-70AF-D6A7-2A342645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F6FA3-C15C-283A-04A5-CF35BB2FF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0B948-9437-3F8A-DB87-5F3AD112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89A8A-D44B-A919-9F43-12F64CDB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6B890-F9D1-7774-DCCF-4E7FC5E3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72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E958-B2A3-258A-FCAD-6129B52C0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F9201-D984-6A3A-B698-FC74D3008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26B55-8EFC-6626-4796-B421B490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F92A5-D642-5190-3856-1D1F9AF1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5EC3-787C-4D48-1D6A-E539A483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66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65C2-270B-6370-D3EC-0A9A6C24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FCEE6-B82C-4DC2-C04E-270FC46BC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91F54-F285-BA37-3F20-56166C457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5112A-8453-9BDC-6680-C8C2297B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E0379-FA02-788E-61D6-85404E65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9BD4-B0D4-83DC-30F5-98DF2934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47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DD9F-F732-1FFC-B977-0BA56DE0E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CA747-1BFA-4511-0BED-4D290157D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48C02-7998-6DE2-6211-35B7198E0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D4EB8-0460-C8A0-02BC-A2593957F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27444-5FC5-1AC2-BCF5-324A73578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62671-D3CA-7C90-45AA-C1EC544E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0E2CED-6D13-A1E5-2A26-7A8E7E9D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083F6-F442-C15E-878C-0F19FB19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92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8CCD-7FE9-5802-A3FD-465EDF68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85439-0379-C6C0-7AEE-038DB313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D91C4-DFBC-7CCB-FA1A-8E186B00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4091A-F5DD-41B8-7128-AD648B91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72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59817-1E01-0F32-8A9E-20BEDE07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D82D0-1217-AB15-C8FD-53A5A180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E8A0-CC68-104A-275D-0D137787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85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F5B1-494E-62A7-2A0B-3CCB2910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664D4-DBD0-A81B-A28D-0C7ACB398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71036-7670-A3BC-4B91-BBA9C0C46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5F334-7ABB-7E56-7397-DCB64240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73A88-29D3-B9D6-1D77-A5568A20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8CDF5-34C4-DB6F-2DC7-57B24F8C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51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DD62-5D77-6BC1-696D-DA7B95C9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D8D37-DD72-54FA-659C-98184B752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D6822-BDC8-D760-2628-57B7402F1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FA912-27A7-6089-6E93-A9E3BA61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FF9C-D0B3-0428-FD21-C9BE9123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97F98-4AFD-D78D-2D07-6435CAD2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76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A333-E034-76E6-ED81-2990E5A1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5F50A-52C0-95A2-5063-F802F2175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C1F7D-946F-91E5-ACDF-44FD9C95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3F52D-4A08-2AE2-0B21-11412561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5306-B8D3-DDAC-B5FB-21DD7225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80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3D505-532E-9A47-D502-AD442EF92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BAEE6-8FFD-D3D0-9231-5ED365BDC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E08D-2A73-A7DE-1E18-87EB5A19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5CCE7-CD64-A45C-29BC-69C246B0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B1AFB-9A59-0B07-5F0C-44090DB1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18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5E90B3-21BA-7CF3-20A2-5CAB6B69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34BAA-1349-A380-D828-84B7D49B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C6EC4-5D50-EB43-37F0-90484AD00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E03D9-66FF-4D04-9BAC-B32EC1A439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BB8C-10E1-956C-A48E-F18D550DD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8AC54-A7D3-B047-A313-CF20D18CF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CF0EB-9AC2-4A5E-8A3B-87B994F8E4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781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C2692D-5C68-E8CE-9EC0-BB452B958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41268"/>
            <a:ext cx="9144000" cy="545473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Hack the halls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2814B-A258-B002-72DB-08A81CEFB0D8}"/>
              </a:ext>
            </a:extLst>
          </p:cNvPr>
          <p:cNvSpPr/>
          <p:nvPr/>
        </p:nvSpPr>
        <p:spPr>
          <a:xfrm>
            <a:off x="1706033" y="2040467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Parent email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85208-0954-2292-A4ED-10B0944E1503}"/>
              </a:ext>
            </a:extLst>
          </p:cNvPr>
          <p:cNvSpPr/>
          <p:nvPr/>
        </p:nvSpPr>
        <p:spPr>
          <a:xfrm>
            <a:off x="6523568" y="3475567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Chatgpt</a:t>
            </a:r>
            <a:r>
              <a:rPr lang="en-GB" dirty="0"/>
              <a:t> will provide email for parents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216B7-5CF1-5A98-3AF4-BA2FD588C076}"/>
              </a:ext>
            </a:extLst>
          </p:cNvPr>
          <p:cNvSpPr/>
          <p:nvPr/>
        </p:nvSpPr>
        <p:spPr>
          <a:xfrm>
            <a:off x="6187016" y="1989667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Write letter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64908-A345-A84D-778A-8721CAA1BB5B}"/>
              </a:ext>
            </a:extLst>
          </p:cNvPr>
          <p:cNvSpPr/>
          <p:nvPr/>
        </p:nvSpPr>
        <p:spPr>
          <a:xfrm>
            <a:off x="1706032" y="3564467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automate sends email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71EE19-FC8B-024E-7E73-4A40F095BFA0}"/>
              </a:ext>
            </a:extLst>
          </p:cNvPr>
          <p:cNvCxnSpPr/>
          <p:nvPr/>
        </p:nvCxnSpPr>
        <p:spPr>
          <a:xfrm flipV="1">
            <a:off x="5482167" y="2476500"/>
            <a:ext cx="452966" cy="50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119B8E-1CB6-A2E4-7CB1-A531F3ABCF42}"/>
              </a:ext>
            </a:extLst>
          </p:cNvPr>
          <p:cNvCxnSpPr>
            <a:cxnSpLocks/>
          </p:cNvCxnSpPr>
          <p:nvPr/>
        </p:nvCxnSpPr>
        <p:spPr>
          <a:xfrm flipH="1">
            <a:off x="7793567" y="3014133"/>
            <a:ext cx="55033" cy="414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1107A-7E98-34DC-600D-FD109D21FCB3}"/>
              </a:ext>
            </a:extLst>
          </p:cNvPr>
          <p:cNvCxnSpPr>
            <a:cxnSpLocks/>
          </p:cNvCxnSpPr>
          <p:nvPr/>
        </p:nvCxnSpPr>
        <p:spPr>
          <a:xfrm flipH="1">
            <a:off x="5359399" y="4008967"/>
            <a:ext cx="990601" cy="42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35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C2692D-5C68-E8CE-9EC0-BB452B958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41268"/>
            <a:ext cx="9144000" cy="545473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Hack the halls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2814B-A258-B002-72DB-08A81CEFB0D8}"/>
              </a:ext>
            </a:extLst>
          </p:cNvPr>
          <p:cNvSpPr/>
          <p:nvPr/>
        </p:nvSpPr>
        <p:spPr>
          <a:xfrm>
            <a:off x="1557866" y="1371600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Parent email + password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85208-0954-2292-A4ED-10B0944E1503}"/>
              </a:ext>
            </a:extLst>
          </p:cNvPr>
          <p:cNvSpPr/>
          <p:nvPr/>
        </p:nvSpPr>
        <p:spPr>
          <a:xfrm>
            <a:off x="6532034" y="3067050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Parent uses password to get to their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216B7-5CF1-5A98-3AF4-BA2FD588C076}"/>
              </a:ext>
            </a:extLst>
          </p:cNvPr>
          <p:cNvSpPr/>
          <p:nvPr/>
        </p:nvSpPr>
        <p:spPr>
          <a:xfrm>
            <a:off x="6096000" y="1331384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Write letter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64908-A345-A84D-778A-8721CAA1BB5B}"/>
              </a:ext>
            </a:extLst>
          </p:cNvPr>
          <p:cNvSpPr/>
          <p:nvPr/>
        </p:nvSpPr>
        <p:spPr>
          <a:xfrm>
            <a:off x="1693333" y="3175001"/>
            <a:ext cx="3653367" cy="97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AI gives results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71EE19-FC8B-024E-7E73-4A40F095BFA0}"/>
              </a:ext>
            </a:extLst>
          </p:cNvPr>
          <p:cNvCxnSpPr/>
          <p:nvPr/>
        </p:nvCxnSpPr>
        <p:spPr>
          <a:xfrm flipV="1">
            <a:off x="5401733" y="1833033"/>
            <a:ext cx="452966" cy="50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119B8E-1CB6-A2E4-7CB1-A531F3ABCF42}"/>
              </a:ext>
            </a:extLst>
          </p:cNvPr>
          <p:cNvCxnSpPr>
            <a:cxnSpLocks/>
          </p:cNvCxnSpPr>
          <p:nvPr/>
        </p:nvCxnSpPr>
        <p:spPr>
          <a:xfrm>
            <a:off x="8229600" y="2475441"/>
            <a:ext cx="0" cy="386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1107A-7E98-34DC-600D-FD109D21FCB3}"/>
              </a:ext>
            </a:extLst>
          </p:cNvPr>
          <p:cNvCxnSpPr>
            <a:cxnSpLocks/>
          </p:cNvCxnSpPr>
          <p:nvPr/>
        </p:nvCxnSpPr>
        <p:spPr>
          <a:xfrm flipH="1">
            <a:off x="5473699" y="3443817"/>
            <a:ext cx="990601" cy="42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44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E36CE-A9C9-B7CF-61AA-E2FE882763AD}"/>
              </a:ext>
            </a:extLst>
          </p:cNvPr>
          <p:cNvSpPr/>
          <p:nvPr/>
        </p:nvSpPr>
        <p:spPr>
          <a:xfrm>
            <a:off x="0" y="-29633"/>
            <a:ext cx="12192000" cy="681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499DC-CD8F-0A16-9A1D-35BF2CA9A5D1}"/>
              </a:ext>
            </a:extLst>
          </p:cNvPr>
          <p:cNvSpPr txBox="1"/>
          <p:nvPr/>
        </p:nvSpPr>
        <p:spPr>
          <a:xfrm>
            <a:off x="313267" y="126484"/>
            <a:ext cx="1180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Home	About	Something else									Login</a:t>
            </a:r>
          </a:p>
        </p:txBody>
      </p:sp>
      <p:pic>
        <p:nvPicPr>
          <p:cNvPr id="1026" name="Picture 2" descr="Santa Claus On Sled In Starry Sky Background HD Santa Claus Wallpapers ...">
            <a:extLst>
              <a:ext uri="{FF2B5EF4-FFF2-40B4-BE49-F238E27FC236}">
                <a16:creationId xmlns:a16="http://schemas.microsoft.com/office/drawing/2014/main" id="{7BF54220-AA90-AAB3-9AB6-9970C792F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933"/>
            <a:ext cx="12192000" cy="272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419D21-761B-6B2A-EAF1-28229681C8E8}"/>
              </a:ext>
            </a:extLst>
          </p:cNvPr>
          <p:cNvSpPr txBox="1"/>
          <p:nvPr/>
        </p:nvSpPr>
        <p:spPr>
          <a:xfrm>
            <a:off x="2508323" y="1557867"/>
            <a:ext cx="74104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WELCOME!!!!!!!!!!!!!!!!!!!!!!!!!!!!!!!!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05592-EA5B-8505-8E4A-4FC2511952B0}"/>
              </a:ext>
            </a:extLst>
          </p:cNvPr>
          <p:cNvSpPr txBox="1"/>
          <p:nvPr/>
        </p:nvSpPr>
        <p:spPr>
          <a:xfrm>
            <a:off x="1392180" y="3822470"/>
            <a:ext cx="9407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Blablablamerrychrismas</a:t>
            </a:r>
            <a:r>
              <a:rPr lang="en-GB" dirty="0"/>
              <a:t> filter text </a:t>
            </a:r>
            <a:r>
              <a:rPr lang="en-GB" dirty="0" err="1"/>
              <a:t>hbgierghaeroighbiserhgiarhgihraigharoihgoiahgoiargrasgha</a:t>
            </a:r>
            <a:endParaRPr lang="en-GB" dirty="0"/>
          </a:p>
          <a:p>
            <a:r>
              <a:rPr lang="en-GB" dirty="0"/>
              <a:t>Srghserijgarjivawejigjaweroivjweojvopewjvopjergojro-pger4orgjopejgseropaergjrjgrorgjorjgorjg</a:t>
            </a:r>
          </a:p>
          <a:p>
            <a:r>
              <a:rPr lang="en-GB" dirty="0"/>
              <a:t>erjgo9erjgiajguahrgajerogjerighserihgoiaerjgjroigjrijgarjgopjaroigjaogjopajgopajojgorjgorjojrorr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AD7F02-56E2-EAA7-A0A3-EF4F423D0D8E}"/>
              </a:ext>
            </a:extLst>
          </p:cNvPr>
          <p:cNvSpPr/>
          <p:nvPr/>
        </p:nvSpPr>
        <p:spPr>
          <a:xfrm>
            <a:off x="3467100" y="5173133"/>
            <a:ext cx="5164667" cy="9233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213764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B0AC2C-61CA-E584-3079-F27EDF44FA10}"/>
              </a:ext>
            </a:extLst>
          </p:cNvPr>
          <p:cNvSpPr/>
          <p:nvPr/>
        </p:nvSpPr>
        <p:spPr>
          <a:xfrm>
            <a:off x="3833283" y="495300"/>
            <a:ext cx="4525434" cy="6091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CAC6E-8190-1E20-78E8-BD8E233EB83A}"/>
              </a:ext>
            </a:extLst>
          </p:cNvPr>
          <p:cNvSpPr txBox="1"/>
          <p:nvPr/>
        </p:nvSpPr>
        <p:spPr>
          <a:xfrm>
            <a:off x="5671782" y="626533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A77E5-55D5-27E5-BFC0-79670CCBE253}"/>
              </a:ext>
            </a:extLst>
          </p:cNvPr>
          <p:cNvSpPr txBox="1"/>
          <p:nvPr/>
        </p:nvSpPr>
        <p:spPr>
          <a:xfrm>
            <a:off x="5083511" y="6100233"/>
            <a:ext cx="202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Create an account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58D6B3-22BF-3753-7F12-B475DA19F49E}"/>
              </a:ext>
            </a:extLst>
          </p:cNvPr>
          <p:cNvSpPr/>
          <p:nvPr/>
        </p:nvSpPr>
        <p:spPr>
          <a:xfrm>
            <a:off x="4235450" y="2319867"/>
            <a:ext cx="3721100" cy="4402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73D3EE-1304-21C4-B719-4EA1A526F688}"/>
              </a:ext>
            </a:extLst>
          </p:cNvPr>
          <p:cNvSpPr/>
          <p:nvPr/>
        </p:nvSpPr>
        <p:spPr>
          <a:xfrm>
            <a:off x="4235450" y="4325952"/>
            <a:ext cx="3721100" cy="4402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FE817-5645-5172-7A75-0A19F2293239}"/>
              </a:ext>
            </a:extLst>
          </p:cNvPr>
          <p:cNvSpPr txBox="1"/>
          <p:nvPr/>
        </p:nvSpPr>
        <p:spPr>
          <a:xfrm>
            <a:off x="4177577" y="1900767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E2826-DF36-FA54-4BAB-8B0412DB00E1}"/>
              </a:ext>
            </a:extLst>
          </p:cNvPr>
          <p:cNvSpPr txBox="1"/>
          <p:nvPr/>
        </p:nvSpPr>
        <p:spPr>
          <a:xfrm>
            <a:off x="4177577" y="3874585"/>
            <a:ext cx="354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Password (don’t let your kid know)</a:t>
            </a:r>
          </a:p>
        </p:txBody>
      </p:sp>
    </p:spTree>
    <p:extLst>
      <p:ext uri="{BB962C8B-B14F-4D97-AF65-F5344CB8AC3E}">
        <p14:creationId xmlns:p14="http://schemas.microsoft.com/office/powerpoint/2010/main" val="208853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5A251-3BD0-C376-1338-463AB1573537}"/>
              </a:ext>
            </a:extLst>
          </p:cNvPr>
          <p:cNvSpPr/>
          <p:nvPr/>
        </p:nvSpPr>
        <p:spPr>
          <a:xfrm>
            <a:off x="4123267" y="135467"/>
            <a:ext cx="4677833" cy="657436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DEAR Santa</a:t>
            </a:r>
          </a:p>
          <a:p>
            <a:pPr algn="ctr"/>
            <a:r>
              <a:rPr lang="en-GB" dirty="0"/>
              <a:t>I want for Christmas:</a:t>
            </a:r>
          </a:p>
          <a:p>
            <a:pPr algn="ctr"/>
            <a:r>
              <a:rPr lang="en-GB" dirty="0"/>
              <a:t>From 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43AB70-93EB-33F1-121D-C3E911B1882C}"/>
              </a:ext>
            </a:extLst>
          </p:cNvPr>
          <p:cNvSpPr/>
          <p:nvPr/>
        </p:nvSpPr>
        <p:spPr>
          <a:xfrm>
            <a:off x="11493500" y="135467"/>
            <a:ext cx="550333" cy="550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47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B0AC2C-61CA-E584-3079-F27EDF44FA10}"/>
              </a:ext>
            </a:extLst>
          </p:cNvPr>
          <p:cNvSpPr/>
          <p:nvPr/>
        </p:nvSpPr>
        <p:spPr>
          <a:xfrm>
            <a:off x="3833283" y="495300"/>
            <a:ext cx="4525434" cy="60917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CAC6E-8190-1E20-78E8-BD8E233EB83A}"/>
              </a:ext>
            </a:extLst>
          </p:cNvPr>
          <p:cNvSpPr txBox="1"/>
          <p:nvPr/>
        </p:nvSpPr>
        <p:spPr>
          <a:xfrm>
            <a:off x="5671782" y="626533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73D3EE-1304-21C4-B719-4EA1A526F688}"/>
              </a:ext>
            </a:extLst>
          </p:cNvPr>
          <p:cNvSpPr/>
          <p:nvPr/>
        </p:nvSpPr>
        <p:spPr>
          <a:xfrm>
            <a:off x="4206513" y="3395784"/>
            <a:ext cx="3721100" cy="4402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E2826-DF36-FA54-4BAB-8B0412DB00E1}"/>
              </a:ext>
            </a:extLst>
          </p:cNvPr>
          <p:cNvSpPr txBox="1"/>
          <p:nvPr/>
        </p:nvSpPr>
        <p:spPr>
          <a:xfrm>
            <a:off x="4293052" y="2944417"/>
            <a:ext cx="354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Password (don’t let your kid know)</a:t>
            </a:r>
          </a:p>
        </p:txBody>
      </p:sp>
    </p:spTree>
    <p:extLst>
      <p:ext uri="{BB962C8B-B14F-4D97-AF65-F5344CB8AC3E}">
        <p14:creationId xmlns:p14="http://schemas.microsoft.com/office/powerpoint/2010/main" val="323036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C1647D-26D5-BB70-29A8-AF2981D56EE6}"/>
              </a:ext>
            </a:extLst>
          </p:cNvPr>
          <p:cNvSpPr/>
          <p:nvPr/>
        </p:nvSpPr>
        <p:spPr>
          <a:xfrm>
            <a:off x="6887633" y="309034"/>
            <a:ext cx="3632200" cy="3323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(child name) wants for Christmas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2E5892-DCEC-F682-A3E4-74C55A669EE3}"/>
              </a:ext>
            </a:extLst>
          </p:cNvPr>
          <p:cNvSpPr/>
          <p:nvPr/>
        </p:nvSpPr>
        <p:spPr>
          <a:xfrm>
            <a:off x="1100667" y="309035"/>
            <a:ext cx="4682065" cy="58335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DEAR Santa</a:t>
            </a:r>
          </a:p>
          <a:p>
            <a:pPr algn="ctr"/>
            <a:r>
              <a:rPr lang="en-GB" dirty="0"/>
              <a:t>I want for Christmas:</a:t>
            </a:r>
          </a:p>
          <a:p>
            <a:pPr algn="ctr"/>
            <a:r>
              <a:rPr lang="en-GB" dirty="0"/>
              <a:t>From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DF4944-D74A-74C6-24BE-41FA9023887B}"/>
              </a:ext>
            </a:extLst>
          </p:cNvPr>
          <p:cNvSpPr/>
          <p:nvPr/>
        </p:nvSpPr>
        <p:spPr>
          <a:xfrm>
            <a:off x="6887633" y="3949700"/>
            <a:ext cx="3632200" cy="219286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Amazon links and prices</a:t>
            </a:r>
          </a:p>
        </p:txBody>
      </p:sp>
    </p:spTree>
    <p:extLst>
      <p:ext uri="{BB962C8B-B14F-4D97-AF65-F5344CB8AC3E}">
        <p14:creationId xmlns:p14="http://schemas.microsoft.com/office/powerpoint/2010/main" val="416867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128</Words>
  <Application>Microsoft Office PowerPoint</Application>
  <PresentationFormat>Widescreen</PresentationFormat>
  <Paragraphs>40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Pedersen-Matthews</dc:creator>
  <cp:lastModifiedBy>Oscar Pedersen-Matthews</cp:lastModifiedBy>
  <cp:revision>2</cp:revision>
  <dcterms:created xsi:type="dcterms:W3CDTF">2025-12-12T11:20:47Z</dcterms:created>
  <dcterms:modified xsi:type="dcterms:W3CDTF">2025-12-12T15:33:35Z</dcterms:modified>
</cp:coreProperties>
</file>